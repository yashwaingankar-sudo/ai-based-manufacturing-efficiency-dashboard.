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E35E-E294-918F-F887-CC802FE30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A6421-C74D-7E6C-AEC2-AAEA677E6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B6C3A-73E8-0676-E52A-6BD51874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8781E-9C28-4B44-488D-C53C9818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A09E-A803-4F49-9BBB-414D8DB0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3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4D32-BE21-4682-72C7-6E7CFE3B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FD44-816B-CF1D-5C51-481BE771E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A9200-BD11-D26D-04CC-59AD6DA5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6EA38-376E-0F67-1EA3-E14D695F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725C4-98C2-4336-4468-DA78958C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7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11EB-6E7E-EE3B-29F4-6AE3A1089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084EB-FFD5-AA71-011A-BDEAED939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01E3A-7DB8-71EC-D37D-FE8B061E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545C9-4188-DEA9-5742-05F5BFF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32CC6-AFFE-DE95-0DF3-0EDC83D0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8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5A73-A100-D8A1-4F07-661E6C5A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46FC5-2D88-5BEF-EDF6-CB24C9DDB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1C938-732B-9B73-195C-DD0349091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21598-15A2-7D1E-4BA6-88BAAE7C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88011-1817-EB8E-1857-41C5272A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AB2E4-85D7-EDF9-806E-34A3216D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9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C818-37C4-6B85-4B10-350A5D9C3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9CED8-04B5-5530-4A36-C915A9F53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C8480-26D1-F1A0-393E-372E9103E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ABF70-29DC-0446-E8D1-8243AD1EE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94D66-86B0-E78E-BA7B-3F0121991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50362-73F4-D1A9-EA7D-18AD35233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FE6E5-9582-FA57-9AB8-9ECBFB24F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41FCF8-65B8-7F56-7A08-214D9B1F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7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3B28-9287-D62A-8A62-C91243C7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5AF8FA-71EC-4899-6796-7F9AEE48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421D9-C9B0-2F07-37E2-8014250A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CF3A3-58B3-2567-8DFB-C9A9DF6C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4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2841A3-393E-FA74-249A-21A3BC27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1E714-08D9-92F4-AD21-F79D1401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F7764-7DFE-10A0-D90C-1A4594D0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6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2FD6-5300-BBF6-41E6-A35151B92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053DE-5D5C-F275-E0B4-1BC1470F9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E0DF3-ED25-5CCB-453C-DAD6BEDBE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58082-AC39-4AEA-2C1C-1DE1EAAF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1D0F0-2AB8-D1EF-3423-A4DD0389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F72C9-1588-4925-44BF-F2FC7446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7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A4E5-4370-26AB-8299-367E5A4C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8658FF-B14A-6821-D8A0-8B495B956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DAB15-C37B-F6CA-08D9-CDF2FDD2D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18A2A-9D31-C301-BC68-5C5E5953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15EF8-E6D7-6E1D-2494-AF5ECB24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F6B24-9FA8-D1EB-65B3-26EEE542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4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F7BB-9ABD-89B8-D025-435960A1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4D4B2-05BD-AE7A-1CBC-3E9447422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12FA3-1E83-F1A5-F973-2FA0C24A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0AA-B067-0086-85BE-CDB6C9A7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6AD91-0DC6-EA41-9D77-C45791B5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3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0A426-387F-1AA6-8DFF-6CC031F7F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17318F-8262-BCEA-4442-5B21A6325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0F8F8-4352-F583-C70B-C87C9B33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F6AE0-6193-6A5D-EB78-72EB5F1B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CB912-4E87-624D-E903-93336FDD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0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1FF15-A908-1C79-1FCF-B27D0FF6A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645A-51F4-8CCC-D1B7-9E5A3EE22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A7313-7155-A6F9-8CC5-49264E730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BA67A-BA63-4CC4-9722-FF2969A63EDE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17C63-5345-7D52-CDFE-8B8F7AB7F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9DFB5-6D7C-846B-7D28-4F0A0FFF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C4B96-1DBD-4FC1-9405-121EC66A0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7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958ED-FB4D-98FE-713C-6AA85BC09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8"/>
            <a:ext cx="12192000" cy="684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0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348FBA-79BA-A9DC-937B-FE21E0697E3C}"/>
              </a:ext>
            </a:extLst>
          </p:cNvPr>
          <p:cNvSpPr/>
          <p:nvPr/>
        </p:nvSpPr>
        <p:spPr>
          <a:xfrm>
            <a:off x="2672195" y="230188"/>
            <a:ext cx="6847610" cy="10256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FE090-7AC2-C77E-D100-9A0EA2D3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631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3AC1E-FD88-C0A3-D0B1-F2F561B56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109"/>
            <a:ext cx="10515600" cy="4788766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manufacturing efficiency to identify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performance drivers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sensor, production, and network data.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critical factors including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latency, machine temperature, defect rate, and error rate.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KPI-driven dashboards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monitor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performance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operational efficiency.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visualizations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analyze efficiency across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 modes (Active, Idle, Maintenance).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enable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monitoring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support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decision-making.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626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2E5FD9-7D1C-B884-937E-71085684068F}"/>
              </a:ext>
            </a:extLst>
          </p:cNvPr>
          <p:cNvSpPr/>
          <p:nvPr/>
        </p:nvSpPr>
        <p:spPr>
          <a:xfrm>
            <a:off x="3139786" y="83127"/>
            <a:ext cx="5912427" cy="10183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B4B27-7B18-3973-5A6C-CE90177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7"/>
            <a:ext cx="10515600" cy="80010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1F5A2-A8D5-645D-A69A-006139522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955"/>
            <a:ext cx="10515600" cy="53617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analyzes manufacturing efficiency by combining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production, sensor, and network data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identify performance drivers.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Low efficiency is strongly associated with higher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rates and error rates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issues directly impact production performance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Increased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latency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negatively affects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speed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highlighting the importance of network performance in smart factories.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Machine conditions such as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influence efficiency levels, emphasizing the need for continuous operational monitoring.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Comparison across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 modes (Active, Idle, Maintenance)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reveals efficiency variations and helps identify performance gaps.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Low efficiency conditions represent the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risk to production performance and operational stability.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dashboard enables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monitoring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supports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proactive decision-making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 efficiency and reduce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losses.</a:t>
            </a:r>
          </a:p>
        </p:txBody>
      </p:sp>
    </p:spTree>
    <p:extLst>
      <p:ext uri="{BB962C8B-B14F-4D97-AF65-F5344CB8AC3E}">
        <p14:creationId xmlns:p14="http://schemas.microsoft.com/office/powerpoint/2010/main" val="3497719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972F39-A9C4-7B25-EBF6-DDB3FAF4595E}"/>
              </a:ext>
            </a:extLst>
          </p:cNvPr>
          <p:cNvSpPr/>
          <p:nvPr/>
        </p:nvSpPr>
        <p:spPr>
          <a:xfrm>
            <a:off x="4459431" y="203055"/>
            <a:ext cx="3273137" cy="955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0AD23-D92B-63CD-6EAD-B9CEF22F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513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A7E3-7DEC-56A6-BC19-16CDC572B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555"/>
            <a:ext cx="10515600" cy="5231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demonstrates how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analytics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be used to monitor and improve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manufacturing efficiency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Key factors such as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rate, error rate, and network latency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significantly impact production performance.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dashboard provides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insights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help identify inefficiencies early and support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decision-making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This solution can help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production losses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improve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efficiency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enable smarter decision-making in manufacturing environments.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approach can be extended to build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and automated monitoring systems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smart factories.</a:t>
            </a:r>
          </a:p>
        </p:txBody>
      </p:sp>
    </p:spTree>
    <p:extLst>
      <p:ext uri="{BB962C8B-B14F-4D97-AF65-F5344CB8AC3E}">
        <p14:creationId xmlns:p14="http://schemas.microsoft.com/office/powerpoint/2010/main" val="56271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305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Project Overview &amp; Insights</vt:lpstr>
      <vt:lpstr>Dashboard Explanation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Waingankar</dc:creator>
  <cp:lastModifiedBy>Yash Waingankar</cp:lastModifiedBy>
  <cp:revision>1</cp:revision>
  <dcterms:created xsi:type="dcterms:W3CDTF">2026-04-06T22:54:58Z</dcterms:created>
  <dcterms:modified xsi:type="dcterms:W3CDTF">2026-04-06T23:40:23Z</dcterms:modified>
</cp:coreProperties>
</file>